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GreenBin – Projet TP DWWM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Projet présenté par : Gilles Ruszczycki</a:t>
            </a:r>
          </a:p>
          <a:p>
            <a:pPr>
              <a:defRPr sz="1600"/>
            </a:pPr>
            <a:r>
              <a:t>Titre Professionnel : Développeur Web &amp; Web Mobile</a:t>
            </a:r>
          </a:p>
          <a:p>
            <a:pPr>
              <a:defRPr sz="1600"/>
            </a:pPr>
            <a:r>
              <a:t>Session 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Projet personnel visant à démontrer les compétences du TP DWWM</a:t>
            </a:r>
          </a:p>
          <a:p>
            <a:pPr>
              <a:defRPr sz="1600"/>
            </a:pPr>
            <a:r>
              <a:t>Front-end : interfaces statiques et dynamiques</a:t>
            </a:r>
          </a:p>
          <a:p>
            <a:pPr>
              <a:defRPr sz="1600"/>
            </a:pPr>
            <a:r>
              <a:t>Back-end : API sécurisée et base de données relationnelle</a:t>
            </a:r>
          </a:p>
          <a:p>
            <a:pPr>
              <a:defRPr sz="1600"/>
            </a:pPr>
            <a:r>
              <a:t>Sécurité : JWT, rôles,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Comment faciliter la gestion des déchets via une application simple et sécurisée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Gestion des déchets (CRUD)</a:t>
            </a:r>
          </a:p>
          <a:p>
            <a:pPr>
              <a:defRPr sz="1600"/>
            </a:pPr>
            <a:r>
              <a:t>Gestion des utilisateurs (admin)</a:t>
            </a:r>
          </a:p>
          <a:p>
            <a:pPr>
              <a:defRPr sz="1600"/>
            </a:pPr>
            <a:r>
              <a:t>Authentification sécurisée</a:t>
            </a:r>
          </a:p>
          <a:p>
            <a:pPr>
              <a:defRPr sz="1600"/>
            </a:pPr>
            <a:r>
              <a:t>Interface responsive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de l’application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Connexion utilisateur</a:t>
            </a:r>
          </a:p>
          <a:p>
            <a:pPr>
              <a:defRPr sz="1600"/>
            </a:pPr>
            <a:r>
              <a:t>Gestion des déchets</a:t>
            </a:r>
          </a:p>
          <a:p>
            <a:pPr>
              <a:defRPr sz="1600"/>
            </a:pPr>
            <a:r>
              <a:t>Administration des utilisateurs</a:t>
            </a:r>
          </a:p>
          <a:p>
            <a:pPr>
              <a:defRPr sz="1600"/>
            </a:pPr>
            <a:r>
              <a:t>Sécurité avancée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de démonstration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Connexion</a:t>
            </a:r>
          </a:p>
          <a:p>
            <a:pPr>
              <a:defRPr sz="1600"/>
            </a:pPr>
            <a:r>
              <a:t>Dashboard</a:t>
            </a:r>
          </a:p>
          <a:p>
            <a:pPr>
              <a:defRPr sz="1600"/>
            </a:pPr>
            <a:r>
              <a:t>Gestion des déchets</a:t>
            </a:r>
          </a:p>
          <a:p>
            <a:pPr>
              <a:defRPr sz="1600"/>
            </a:pPr>
            <a:r>
              <a:t>Gestion des utilisateurs</a:t>
            </a:r>
          </a:p>
          <a:p>
            <a:pPr>
              <a:defRPr sz="1600"/>
            </a:pPr>
            <a:r>
              <a:t>Sécurité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Maquettage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Maquettes simples, ergonomiques et responsive</a:t>
            </a:r>
          </a:p>
          <a:p>
            <a:pPr>
              <a:defRPr sz="1600"/>
            </a:pPr>
            <a:r>
              <a:t>Formats : mobile, tablette, desktop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Front-end : React, Axios, React Router</a:t>
            </a:r>
          </a:p>
          <a:p>
            <a:pPr>
              <a:defRPr sz="1600"/>
            </a:pPr>
            <a:r>
              <a:t>Back-end : Node.js, Express, MySQL</a:t>
            </a:r>
          </a:p>
          <a:p>
            <a:pPr>
              <a:defRPr sz="1600"/>
            </a:pPr>
            <a:r>
              <a:t>Sécurité : JWT, bcrypt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Architecture client / serveur</a:t>
            </a:r>
          </a:p>
          <a:p>
            <a:pPr>
              <a:defRPr sz="1600"/>
            </a:pPr>
            <a:r>
              <a:t>Client React → API Node.js → Base MySQL</a:t>
            </a:r>
          </a:p>
          <a:p>
            <a:pPr>
              <a:defRPr sz="1600"/>
            </a:pPr>
            <a:r>
              <a:t>Architecture MVC</a:t>
            </a:r>
          </a:p>
          <a:p>
            <a:pPr>
              <a:defRPr sz="1600"/>
            </a:pPr>
            <a:r>
              <a:t>JWT et middleware administrateur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Routes</a:t>
            </a:r>
          </a:p>
          <a:p>
            <a:pPr>
              <a:defRPr sz="1600"/>
            </a:pPr>
            <a:r>
              <a:t>Controllers</a:t>
            </a:r>
          </a:p>
          <a:p>
            <a:pPr>
              <a:defRPr sz="1600"/>
            </a:pPr>
            <a:r>
              <a:t>Models</a:t>
            </a:r>
          </a:p>
          <a:p>
            <a:pPr>
              <a:defRPr sz="1600"/>
            </a:pPr>
            <a:r>
              <a:t>Middleware</a:t>
            </a:r>
          </a:p>
          <a:p>
            <a:pPr>
              <a:defRPr sz="1600"/>
            </a:pPr>
            <a:r>
              <a:t>Organisation claire par responsabilités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Tables principales : users, wastes</a:t>
            </a:r>
          </a:p>
          <a:p>
            <a:pPr>
              <a:defRPr sz="1600"/>
            </a:pPr>
            <a:r>
              <a:t>Relation : un utilisateur peut créer plusieurs déchets</a:t>
            </a:r>
          </a:p>
          <a:p>
            <a:pPr>
              <a:defRPr sz="1600"/>
            </a:pPr>
            <a:r>
              <a:t>Base relationnelle MySQL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Hash des mots de passe avec bcrypt</a:t>
            </a:r>
          </a:p>
          <a:p>
            <a:pPr>
              <a:defRPr sz="1600"/>
            </a:pPr>
            <a:r>
              <a:t>Authentification JWT</a:t>
            </a:r>
          </a:p>
          <a:p>
            <a:pPr>
              <a:defRPr sz="1600"/>
            </a:pPr>
            <a:r>
              <a:t>Requêtes SQL paramétrées</a:t>
            </a:r>
          </a:p>
          <a:p>
            <a:pPr>
              <a:defRPr sz="1600"/>
            </a:pPr>
            <a:r>
              <a:t>CORS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Projet complet respectant le TP DWWM</a:t>
            </a:r>
          </a:p>
          <a:p>
            <a:pPr>
              <a:defRPr sz="1600"/>
            </a:pPr>
            <a:r>
              <a:t>Application évolutive</a:t>
            </a:r>
          </a:p>
          <a:p>
            <a:pPr>
              <a:defRPr sz="1600"/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